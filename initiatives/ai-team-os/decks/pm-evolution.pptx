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59768" y="164592"/>
            <a:ext cx="164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024360" y="164592"/>
            <a:ext cx="0" cy="164592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59768" y="6693408"/>
            <a:ext cx="164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024360" y="6528816"/>
            <a:ext cx="0" cy="164592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42832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758952"/>
            <a:ext cx="11183112" cy="0"/>
          </a:xfrm>
          <a:prstGeom prst="line">
            <a:avLst/>
          </a:prstGeom>
          <a:noFill/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F4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PM ARC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234440"/>
            <a:ext cx="11183112" cy="57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 role moves with the AI-Native team: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02920" y="1783081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shift as the team. Different surface, same arc. What the PM stops doing is as important as what the PM starts doing.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542032"/>
            <a:ext cx="3617976" cy="3721608"/>
          </a:xfrm>
          <a:prstGeom prst="rect">
            <a:avLst/>
          </a:prstGeom>
          <a:solidFill>
            <a:srgbClr val="F5F3EC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27432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542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907792"/>
            <a:ext cx="3160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WE 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136392"/>
            <a:ext cx="3160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363931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output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PRDs, decks, backlog, status updates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7939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time goes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writing artifacts, waiting on Data / design / engineering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91947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512064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to process; asks for permission; decisions held above the team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85488" y="2542032"/>
            <a:ext cx="3617976" cy="3721608"/>
          </a:xfrm>
          <a:prstGeom prst="rect">
            <a:avLst/>
          </a:prstGeom>
          <a:solidFill>
            <a:srgbClr val="FDF2F2"/>
          </a:solidFill>
          <a:ln w="15875">
            <a:solidFill>
              <a:srgbClr val="C42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85488" y="2542032"/>
            <a:ext cx="274320" cy="256032"/>
          </a:xfrm>
          <a:prstGeom prst="rect">
            <a:avLst/>
          </a:prstGeom>
          <a:solidFill>
            <a:srgbClr val="C4252A"/>
          </a:solidFill>
          <a:ln w="12700">
            <a:solidFill>
              <a:srgbClr val="C42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85488" y="2542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14088" y="2907792"/>
            <a:ext cx="3160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C4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TEMPTING MIDDLE STEP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14088" y="3136392"/>
            <a:ext cx="3160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14088" y="363931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output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14088" y="384048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specs, prototypes, AI-synthesized research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14088" y="427939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time goes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14088" y="448056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prototyping, faster decisions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14088" y="491947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14088" y="512064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call with AI-aided context; still escalates by default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14088" y="555955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disappears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14088" y="576072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Data, sequential handoffs, ten-page PRDs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68056" y="2542032"/>
            <a:ext cx="3617976" cy="3721608"/>
          </a:xfrm>
          <a:prstGeom prst="rect">
            <a:avLst/>
          </a:prstGeom>
          <a:solidFill>
            <a:srgbClr val="F0F3FF"/>
          </a:solidFill>
          <a:ln w="15875">
            <a:solidFill>
              <a:srgbClr val="1F4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068056" y="2542032"/>
            <a:ext cx="274320" cy="256032"/>
          </a:xfrm>
          <a:prstGeom prst="rect">
            <a:avLst/>
          </a:prstGeom>
          <a:solidFill>
            <a:srgbClr val="1F4EFF"/>
          </a:solidFill>
          <a:ln w="12700">
            <a:solidFill>
              <a:srgbClr val="1F4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68056" y="2542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96656" y="2907792"/>
            <a:ext cx="3160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1F4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WE'RE GOING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96656" y="3136392"/>
            <a:ext cx="3160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296656" y="363931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output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96656" y="384048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specs, evaluator criteria, problem frames, ship -&gt; learn -&gt; improve cycles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96656" y="427939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time goes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296656" y="4480560"/>
            <a:ext cx="3389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b="1" dirty="0">
                <a:solidFill>
                  <a:srgbClr val="1F4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sense  ·  judgment  · action  ·  customer proximity - </a:t>
            </a: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ideation to production in days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296656" y="491947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296656" y="512064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intent; agents execute within blast radius; humans at go/no-go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296656" y="5559552"/>
            <a:ext cx="3160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disappears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296656" y="5760720"/>
            <a:ext cx="3160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about decisions; “blocked on Data / research” as status; busy-as-productive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2920" y="6281928"/>
            <a:ext cx="11183112" cy="0"/>
          </a:xfrm>
          <a:prstGeom prst="line">
            <a:avLst/>
          </a:prstGeom>
          <a:noFill/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92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942832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64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0" cy="164592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59768" y="164592"/>
            <a:ext cx="164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024360" y="164592"/>
            <a:ext cx="0" cy="164592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6693408"/>
            <a:ext cx="164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" y="6528816"/>
            <a:ext cx="0" cy="164592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59768" y="6693408"/>
            <a:ext cx="164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024360" y="6528816"/>
            <a:ext cx="0" cy="164592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02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02  —  UNLOCK SCHEMATIC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§02  —  WHAT AI-NATIVE UNLOCKS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42832" y="402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758952"/>
            <a:ext cx="11183112" cy="0"/>
          </a:xfrm>
          <a:prstGeom prst="line">
            <a:avLst/>
          </a:prstGeom>
          <a:noFill/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F4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UNLOCK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234440"/>
            <a:ext cx="11183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PM operates AI-Native, the team's </a:t>
            </a:r>
            <a:r>
              <a:rPr lang="en-US" sz="3200" b="1" kern="0" spc="-50" dirty="0">
                <a:solidFill>
                  <a:srgbClr val="1F4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changes</a:t>
            </a:r>
            <a:r>
              <a:rPr lang="en-US" sz="3200" b="1" kern="0" spc="-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02920" y="1780769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autonomy, and a higher bar - earned by what the role gives up, not just by what it adds.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606040"/>
            <a:ext cx="3617976" cy="2651760"/>
          </a:xfrm>
          <a:prstGeom prst="rect">
            <a:avLst/>
          </a:prstGeom>
          <a:solidFill>
            <a:srgbClr val="F5F3EC"/>
          </a:solidFill>
          <a:ln w="15875">
            <a:solidFill>
              <a:srgbClr val="C5C0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606040"/>
            <a:ext cx="329184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6060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017520"/>
            <a:ext cx="3069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F4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319272"/>
            <a:ext cx="3069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kern="0" spc="-4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to production in days, not quarters.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77240" y="4114800"/>
            <a:ext cx="3069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Co-solve replaces hand-off. The PM specifies intent upstream rather than approving drafts downstream. Cycle compression is structural, not cultural.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85488" y="2606040"/>
            <a:ext cx="3617976" cy="2651760"/>
          </a:xfrm>
          <a:prstGeom prst="rect">
            <a:avLst/>
          </a:prstGeom>
          <a:solidFill>
            <a:srgbClr val="F5F3EC"/>
          </a:solidFill>
          <a:ln w="15875">
            <a:solidFill>
              <a:srgbClr val="C5C0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85488" y="2606040"/>
            <a:ext cx="329184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85488" y="26060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59808" y="3017520"/>
            <a:ext cx="3069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F4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59808" y="3319272"/>
            <a:ext cx="3069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kern="0" spc="-4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live in the team.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559808" y="4114800"/>
            <a:ext cx="3069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Blast-radius framework defaults L0 / L1 to the pod. Leadership asks for the decision and the reasoning - not the deck summarizing the research.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68056" y="2606040"/>
            <a:ext cx="3617976" cy="2651760"/>
          </a:xfrm>
          <a:prstGeom prst="rect">
            <a:avLst/>
          </a:prstGeom>
          <a:solidFill>
            <a:srgbClr val="F5F3EC"/>
          </a:solidFill>
          <a:ln w="15875">
            <a:solidFill>
              <a:srgbClr val="C5C0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68056" y="2606040"/>
            <a:ext cx="329184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68056" y="26060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42376" y="3017520"/>
            <a:ext cx="3069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F4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42376" y="3319272"/>
            <a:ext cx="3069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kern="0" spc="-4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senior PM. Business acumen. Bias for action.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342376" y="4114800"/>
            <a:ext cx="3069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is table stakes, not a differentiator. Hiring, review, and what “good” means - all move with the role. The ceiling is getting higher, the floor as well.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5440680"/>
            <a:ext cx="11183112" cy="502920"/>
          </a:xfrm>
          <a:prstGeom prst="rect">
            <a:avLst/>
          </a:prstGeom>
          <a:solidFill>
            <a:srgbClr val="0E0E0E"/>
          </a:solidFill>
          <a:ln w="12700">
            <a:solidFill>
              <a:srgbClr val="0E0E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5440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8F8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AI-NATIVE PM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46120" y="5440680"/>
            <a:ext cx="8165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5E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senior  ·  more autonomous  ·  closer to the customer  ·  measured by business outcomes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6281928"/>
            <a:ext cx="11183112" cy="0"/>
          </a:xfrm>
          <a:prstGeom prst="line">
            <a:avLst/>
          </a:prstGeom>
          <a:noFill/>
          <a:ln w="6350">
            <a:solidFill>
              <a:srgbClr val="D8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YONATAN ORPELI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/ ~5 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42832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410</Words>
  <Application>Microsoft Macintosh PowerPoint</Application>
  <PresentationFormat>Widescreen</PresentationFormat>
  <Paragraphs>62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Consolas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AI-Native PM</dc:title>
  <dc:subject>PptxGenJS Presentation</dc:subject>
  <dc:creator>Yonatan Orpeli</dc:creator>
  <cp:lastModifiedBy>Yonatan Orpeli</cp:lastModifiedBy>
  <cp:revision>2</cp:revision>
  <dcterms:created xsi:type="dcterms:W3CDTF">2026-05-16T11:07:02Z</dcterms:created>
  <dcterms:modified xsi:type="dcterms:W3CDTF">2026-05-16T11:33:24Z</dcterms:modified>
</cp:coreProperties>
</file>