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§0X  —  THE NATIVE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 / NN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squad doesn't become AI-native. It starts there.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515258" cy="0"/>
          </a:xfrm>
          <a:prstGeom prst="line">
            <a:avLst/>
          </a:prstGeom>
          <a:noFill/>
          <a:ln w="9525">
            <a:solidFill>
              <a:srgbClr val="333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default. Status quo, not a strategy.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EXECUTES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throughput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38218" y="2103120"/>
            <a:ext cx="3515258" cy="0"/>
          </a:xfrm>
          <a:prstGeom prst="line">
            <a:avLst/>
          </a:prstGeom>
          <a:noFill/>
          <a:ln w="9525">
            <a:solidFill>
              <a:srgbClr val="333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8218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338218" y="28803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338218" y="33832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BU lands if they build alone.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38218" y="37490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EXECUTES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38218" y="39319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(agents assist)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38218" y="42062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38218" y="43891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copilots, drafts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38218" y="46634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38218" y="48463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— same shape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19237" y="2103120"/>
            <a:ext cx="3515258" cy="45720"/>
          </a:xfrm>
          <a:prstGeom prst="rect">
            <a:avLst/>
          </a:prstGeom>
          <a:solidFill>
            <a:srgbClr val="977DFF"/>
          </a:solidFill>
          <a:ln w="12700">
            <a:solidFill>
              <a:srgbClr val="977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9237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219237" y="28803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219237" y="33832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squad lives from day one.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9237" y="37490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EXECUTES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19237" y="39319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(humans specify)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19237" y="42062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19237" y="43891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· generator · evaluator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19237" y="46634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19237" y="48463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every ship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51663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257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COMMITMENT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5321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AI-written code. From day one.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457200" y="6080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is the starting point — under the pillar, not a destination we hope to reach.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AI Transformation — The Native Team</dc:title>
  <dc:subject>PptxGenJS Presentation</dc:subject>
  <dc:creator>Yonatan Orpeli</dc:creator>
  <cp:lastModifiedBy>Yonatan Orpeli</cp:lastModifiedBy>
  <cp:revision>1</cp:revision>
  <dcterms:created xsi:type="dcterms:W3CDTF">2026-05-31T07:00:24Z</dcterms:created>
  <dcterms:modified xsi:type="dcterms:W3CDTF">2026-05-31T07:00:24Z</dcterms:modified>
</cp:coreProperties>
</file>